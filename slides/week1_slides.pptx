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 — JavaScript Basics &amp; Mad-Lib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Junior Ninjas — Week 1</a:t>
            </a:r>
          </a:p>
          <a:p>
            <a:r>
              <a:t>- Instructor: [Name]</a:t>
            </a:r>
          </a:p>
          <a:p>
            <a:r>
              <a:t>- Agenda: Variables, input/output, functions, mini-project: Mad-Lib (JS)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Understand variables and types in JavaScript</a:t>
            </a:r>
          </a:p>
          <a:p>
            <a:r>
              <a:t>- Use `prompt()`/`console.log()` or input via editor UI</a:t>
            </a:r>
          </a:p>
          <a:p>
            <a:r>
              <a:t>- Build a small program that asks questions and prints a 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JavaScript?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Language of the web</a:t>
            </a:r>
          </a:p>
          <a:p>
            <a:r>
              <a:t>- Runs in the browser and on the server (Node.js)</a:t>
            </a:r>
          </a:p>
          <a:p>
            <a:r>
              <a:t>- We'll use JS for both frontend (Next.js) and backend-like tests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&amp;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Examples:</a:t>
            </a:r>
          </a:p>
          <a:p>
            <a:r>
              <a:t>- `let name = "Alex";` (string)</a:t>
            </a:r>
          </a:p>
          <a:p>
            <a:r>
              <a:t>- `let score = 10;` (number)</a:t>
            </a:r>
          </a:p>
          <a:p>
            <a:r>
              <a:t>- `let isReady = true;` (boolean)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&amp;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 the browser: `prompt('What is your name?')` and `console.log()`</a:t>
            </a:r>
          </a:p>
          <a:p>
            <a:r>
              <a:t>- In our runner tests, functions will return strings – use `module.exports` to export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Mini-Project: Mad-Lib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Ask 3 questions: name, color, animal</a:t>
            </a:r>
          </a:p>
          <a:p>
            <a:r>
              <a:t>- Fill answers into a story string</a:t>
            </a:r>
          </a:p>
          <a:p>
            <a:r>
              <a:t>- Show example implementation using `makeStory(inputs)`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Starter Code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`makeStory(inputs)` should use defaults when keys are missing</a:t>
            </a:r>
          </a:p>
          <a:p>
            <a:r>
              <a:t>- Show example code and explain template literals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Coding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Instructor live-codes `makeStory`</a:t>
            </a:r>
          </a:p>
          <a:p>
            <a:r>
              <a:t>- Students copy into editor and run tests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Debugging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Read error messages</a:t>
            </a:r>
          </a:p>
          <a:p>
            <a:r>
              <a:t>- Use `console.log()` to inspect variables</a:t>
            </a:r>
          </a:p>
          <a:p>
            <a:r>
              <a:t>- Make small changes and re-run tests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Complete `madlib.js` template</a:t>
            </a:r>
          </a:p>
          <a:p>
            <a:r>
              <a:t>- Add two extra questions (adjective, place)</a:t>
            </a:r>
          </a:p>
          <a:p>
            <a:r>
              <a:t>- Run `npm test` and fix failing tests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Week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Conditionals &amp; Loops — build "Guess the Number"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/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How to submit: push file or upload to platform</a:t>
            </a:r>
          </a:p>
          <a:p>
            <a:r>
              <a:t>- Due date reminder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